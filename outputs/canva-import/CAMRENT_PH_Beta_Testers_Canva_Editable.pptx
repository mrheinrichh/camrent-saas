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75520" cy="9875520"/>
  <p:notesSz cx="987552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070B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50208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66944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5312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9875520"/>
          </a:xfrm>
          <a:prstGeom prst="lin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16736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975104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633472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91840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50208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266944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25312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83680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7242048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7900416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8558784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9217152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9875520"/>
            <a:ext cx="9875520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-685800"/>
            <a:ext cx="5577840" cy="5577840"/>
          </a:xfrm>
          <a:prstGeom prst="ellipse">
            <a:avLst/>
          </a:prstGeom>
          <a:solidFill>
            <a:srgbClr val="D9A26A">
              <a:alpha val="9000"/>
            </a:srgbClr>
          </a:solidFill>
          <a:ln w="12700">
            <a:solidFill>
              <a:srgbClr val="D9A26A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1980000">
            <a:off x="-1097280" y="5943600"/>
            <a:ext cx="7589520" cy="603504"/>
          </a:xfrm>
          <a:prstGeom prst="rect">
            <a:avLst/>
          </a:prstGeom>
          <a:solidFill>
            <a:srgbClr val="D9A26A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640080" y="6217920"/>
            <a:ext cx="6309360" cy="0"/>
          </a:xfrm>
          <a:prstGeom prst="line">
            <a:avLst/>
          </a:prstGeom>
          <a:noFill/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840000">
            <a:off x="4572000" y="4160520"/>
            <a:ext cx="6035040" cy="5120640"/>
          </a:xfrm>
          <a:prstGeom prst="rect">
            <a:avLst/>
          </a:prstGeom>
          <a:solidFill>
            <a:srgbClr val="27231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9" name="Image 0" descr="/Users/heinric/camRent-SaaS/public/assets/camrent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658368"/>
            <a:ext cx="438912" cy="43891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225296" y="713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CamRent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2304288" y="713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21792" y="17190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4400" dirty="0"/>
          </a:p>
        </p:txBody>
      </p:sp>
      <p:sp>
        <p:nvSpPr>
          <p:cNvPr id="43" name="Text 40"/>
          <p:cNvSpPr/>
          <p:nvPr/>
        </p:nvSpPr>
        <p:spPr>
          <a:xfrm>
            <a:off x="621792" y="23774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TESTERS</a:t>
            </a:r>
            <a:endParaRPr lang="en-US" sz="4400" dirty="0"/>
          </a:p>
        </p:txBody>
      </p:sp>
      <p:sp>
        <p:nvSpPr>
          <p:cNvPr id="44" name="Text 41"/>
          <p:cNvSpPr/>
          <p:nvPr/>
        </p:nvSpPr>
        <p:spPr>
          <a:xfrm>
            <a:off x="621792" y="30358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</a:t>
            </a:r>
            <a:endParaRPr lang="en-US" sz="4400" dirty="0"/>
          </a:p>
        </p:txBody>
      </p:sp>
      <p:sp>
        <p:nvSpPr>
          <p:cNvPr id="45" name="Text 42"/>
          <p:cNvSpPr/>
          <p:nvPr/>
        </p:nvSpPr>
        <p:spPr>
          <a:xfrm>
            <a:off x="658368" y="4526280"/>
            <a:ext cx="4572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shape the safer way to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camera rentals in the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Philippines.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658368" y="5596128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early access to rental tracking, inventory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booking review, and renter risk signals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by 5 years in the industry.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21792" y="6537960"/>
            <a:ext cx="2340864" cy="603504"/>
          </a:xfrm>
          <a:prstGeom prst="roundRect">
            <a:avLst/>
          </a:prstGeom>
          <a:solidFill>
            <a:srgbClr val="111B28">
              <a:alpha val="96000"/>
            </a:srgbClr>
          </a:solidFill>
          <a:ln w="12700">
            <a:solidFill>
              <a:srgbClr val="34404D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4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804672" y="67208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133856" y="67208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dashboard</a:t>
            </a:r>
            <a:endParaRPr lang="en-US" sz="1360" dirty="0"/>
          </a:p>
        </p:txBody>
      </p:sp>
      <p:sp>
        <p:nvSpPr>
          <p:cNvPr id="50" name="Shape 47"/>
          <p:cNvSpPr/>
          <p:nvPr/>
        </p:nvSpPr>
        <p:spPr>
          <a:xfrm>
            <a:off x="3127248" y="6537960"/>
            <a:ext cx="2340864" cy="603504"/>
          </a:xfrm>
          <a:prstGeom prst="roundRect">
            <a:avLst/>
          </a:prstGeom>
          <a:solidFill>
            <a:srgbClr val="111B28">
              <a:alpha val="96000"/>
            </a:srgbClr>
          </a:solidFill>
          <a:ln w="12700">
            <a:solidFill>
              <a:srgbClr val="34404D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4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3310128" y="67208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3639312" y="67208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inventory</a:t>
            </a:r>
            <a:endParaRPr lang="en-US" sz="1360" dirty="0"/>
          </a:p>
        </p:txBody>
      </p:sp>
      <p:sp>
        <p:nvSpPr>
          <p:cNvPr id="53" name="Shape 50"/>
          <p:cNvSpPr/>
          <p:nvPr/>
        </p:nvSpPr>
        <p:spPr>
          <a:xfrm>
            <a:off x="621792" y="7296912"/>
            <a:ext cx="2340864" cy="603504"/>
          </a:xfrm>
          <a:prstGeom prst="roundRect">
            <a:avLst/>
          </a:prstGeom>
          <a:solidFill>
            <a:srgbClr val="111B28">
              <a:alpha val="96000"/>
            </a:srgbClr>
          </a:solidFill>
          <a:ln w="12700">
            <a:solidFill>
              <a:srgbClr val="34404D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4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804672" y="747979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1133856" y="747979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Redflag renters</a:t>
            </a:r>
            <a:endParaRPr lang="en-US" sz="1360" dirty="0"/>
          </a:p>
        </p:txBody>
      </p:sp>
      <p:sp>
        <p:nvSpPr>
          <p:cNvPr id="56" name="Shape 53"/>
          <p:cNvSpPr/>
          <p:nvPr/>
        </p:nvSpPr>
        <p:spPr>
          <a:xfrm>
            <a:off x="3127248" y="7296912"/>
            <a:ext cx="2340864" cy="603504"/>
          </a:xfrm>
          <a:prstGeom prst="roundRect">
            <a:avLst/>
          </a:prstGeom>
          <a:solidFill>
            <a:srgbClr val="111B28">
              <a:alpha val="96000"/>
            </a:srgbClr>
          </a:solidFill>
          <a:ln w="12700">
            <a:solidFill>
              <a:srgbClr val="34404D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4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3310128" y="747979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3639312" y="747979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community</a:t>
            </a:r>
            <a:endParaRPr lang="en-US" sz="1360" dirty="0"/>
          </a:p>
        </p:txBody>
      </p:sp>
      <p:sp>
        <p:nvSpPr>
          <p:cNvPr id="59" name="Shape 56"/>
          <p:cNvSpPr/>
          <p:nvPr/>
        </p:nvSpPr>
        <p:spPr>
          <a:xfrm>
            <a:off x="621792" y="8138160"/>
            <a:ext cx="5596128" cy="1115568"/>
          </a:xfrm>
          <a:prstGeom prst="roundRect">
            <a:avLst/>
          </a:prstGeom>
          <a:solidFill>
            <a:srgbClr val="111B28"/>
          </a:solidFill>
          <a:ln w="12700">
            <a:solidFill>
              <a:srgbClr val="D9A26A">
                <a:alpha val="95000"/>
              </a:srgbClr>
            </a:solidFill>
            <a:prstDash val="solid"/>
          </a:ln>
          <a:effectLst>
            <a:outerShdw sx="100000" sy="100000" kx="0" ky="0" algn="bl" rotWithShape="0" blurRad="63500" dist="50800" dir="2700000">
              <a:srgbClr val="000000">
                <a:alpha val="24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786384" y="8247888"/>
            <a:ext cx="5248656" cy="0"/>
          </a:xfrm>
          <a:prstGeom prst="line">
            <a:avLst/>
          </a:prstGeom>
          <a:noFill/>
          <a:ln w="12700">
            <a:solidFill>
              <a:srgbClr val="F5C98C">
                <a:alpha val="92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32688" y="8412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C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BETA ACCESS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932688" y="87142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camrentph.vercel.app</a:t>
            </a:r>
            <a:endParaRPr lang="en-US" sz="2300" dirty="0"/>
          </a:p>
        </p:txBody>
      </p:sp>
      <p:sp>
        <p:nvSpPr>
          <p:cNvPr id="63" name="Text 60"/>
          <p:cNvSpPr/>
          <p:nvPr/>
        </p:nvSpPr>
        <p:spPr>
          <a:xfrm>
            <a:off x="932688" y="9025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camera, lens, and accessory rental owners</a:t>
            </a:r>
            <a:endParaRPr lang="en-US" sz="1080" dirty="0"/>
          </a:p>
        </p:txBody>
      </p:sp>
      <p:sp>
        <p:nvSpPr>
          <p:cNvPr id="64" name="Shape 61"/>
          <p:cNvSpPr/>
          <p:nvPr/>
        </p:nvSpPr>
        <p:spPr>
          <a:xfrm rot="-420000">
            <a:off x="4864608" y="2944368"/>
            <a:ext cx="4572000" cy="2852928"/>
          </a:xfrm>
          <a:prstGeom prst="roundRect">
            <a:avLst/>
          </a:prstGeom>
          <a:solidFill>
            <a:srgbClr val="07080A"/>
          </a:solidFill>
          <a:ln w="12700">
            <a:solidFill>
              <a:srgbClr val="111111">
                <a:alpha val="80000"/>
              </a:srgbClr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36000"/>
              </a:srgbClr>
            </a:outerShdw>
          </a:effectLst>
        </p:spPr>
      </p:sp>
      <p:pic>
        <p:nvPicPr>
          <p:cNvPr id="65" name="Image 1" descr="/Users/heinric/camRent-SaaS/outputs/camrent-app-store-screenshots/work/safe-assets/web-fraud-list-page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420000">
            <a:off x="5010912" y="3090672"/>
            <a:ext cx="4279392" cy="2560320"/>
          </a:xfrm>
          <a:prstGeom prst="rect">
            <a:avLst/>
          </a:prstGeom>
        </p:spPr>
      </p:pic>
      <p:sp>
        <p:nvSpPr>
          <p:cNvPr id="66" name="Shape 62"/>
          <p:cNvSpPr/>
          <p:nvPr/>
        </p:nvSpPr>
        <p:spPr>
          <a:xfrm rot="-420000">
            <a:off x="5074920" y="420624"/>
            <a:ext cx="3703320" cy="8028432"/>
          </a:xfrm>
          <a:prstGeom prst="roundRect">
            <a:avLst/>
          </a:prstGeom>
          <a:solidFill>
            <a:srgbClr val="07080A"/>
          </a:solidFill>
          <a:ln w="12700">
            <a:solidFill>
              <a:srgbClr val="343A42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2000"/>
              </a:srgbClr>
            </a:outerShdw>
          </a:effectLst>
        </p:spPr>
      </p:sp>
      <p:pic>
        <p:nvPicPr>
          <p:cNvPr id="67" name="Image 2" descr="/Users/heinric/camRent-SaaS/outputs/camrent-app-store-screenshots/work/safe-assets/phone-gear-list-homepag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-420000">
            <a:off x="5239512" y="585216"/>
            <a:ext cx="3374136" cy="7699248"/>
          </a:xfrm>
          <a:prstGeom prst="ellipse">
            <a:avLst/>
          </a:prstGeom>
        </p:spPr>
      </p:pic>
      <p:sp>
        <p:nvSpPr>
          <p:cNvPr id="68" name="Shape 63"/>
          <p:cNvSpPr/>
          <p:nvPr/>
        </p:nvSpPr>
        <p:spPr>
          <a:xfrm rot="-420000">
            <a:off x="6364224" y="676656"/>
            <a:ext cx="1152144" cy="329184"/>
          </a:xfrm>
          <a:prstGeom prst="roundRect">
            <a:avLst/>
          </a:prstGeom>
          <a:solidFill>
            <a:srgbClr val="0202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400800" y="5440680"/>
            <a:ext cx="2852928" cy="804672"/>
          </a:xfrm>
          <a:prstGeom prst="roundRect">
            <a:avLst/>
          </a:prstGeom>
          <a:solidFill>
            <a:srgbClr val="151F2B">
              <a:alpha val="98000"/>
            </a:srgbClr>
          </a:solidFill>
          <a:ln w="12700">
            <a:solidFill>
              <a:srgbClr val="D9A26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30000"/>
              </a:srgbClr>
            </a:outerShdw>
          </a:effectLst>
        </p:spPr>
      </p:sp>
      <p:sp>
        <p:nvSpPr>
          <p:cNvPr id="70" name="Shape 65"/>
          <p:cNvSpPr/>
          <p:nvPr/>
        </p:nvSpPr>
        <p:spPr>
          <a:xfrm>
            <a:off x="6565392" y="5641848"/>
            <a:ext cx="402336" cy="402336"/>
          </a:xfrm>
          <a:prstGeom prst="roundRect">
            <a:avLst/>
          </a:prstGeom>
          <a:solidFill>
            <a:srgbClr val="D9A2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684264" y="56967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72" name="Text 67"/>
          <p:cNvSpPr/>
          <p:nvPr/>
        </p:nvSpPr>
        <p:spPr>
          <a:xfrm>
            <a:off x="7059168" y="554126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Redflag list access</a:t>
            </a:r>
            <a:endParaRPr lang="en-US" sz="1420" dirty="0"/>
          </a:p>
        </p:txBody>
      </p:sp>
      <p:sp>
        <p:nvSpPr>
          <p:cNvPr id="73" name="Text 68"/>
          <p:cNvSpPr/>
          <p:nvPr/>
        </p:nvSpPr>
        <p:spPr>
          <a:xfrm>
            <a:off x="7059168" y="5779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renter history before</a:t>
            </a:r>
            <a:endParaRPr lang="en-US" sz="940" dirty="0"/>
          </a:p>
          <a:p>
            <a:pPr indent="0" marL="0">
              <a:buNone/>
            </a:pPr>
            <a:r>
              <a:rPr lang="en-US" sz="940" b="1" dirty="0">
                <a:solidFill>
                  <a:srgbClr val="B8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940" dirty="0"/>
          </a:p>
        </p:txBody>
      </p:sp>
      <p:sp>
        <p:nvSpPr>
          <p:cNvPr id="74" name="Text 69"/>
          <p:cNvSpPr/>
          <p:nvPr/>
        </p:nvSpPr>
        <p:spPr>
          <a:xfrm>
            <a:off x="6217920" y="91897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8E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other CAMRENT PH owners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CAMRENT 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CAMRENT PH Beta Testers Wanted</dc:title>
  <dc:subject>Editable Canva beta testers promo</dc:subject>
  <dc:creator>CAMRENT PH</dc:creator>
  <cp:lastModifiedBy>CAMRENT PH</cp:lastModifiedBy>
  <cp:revision>1</cp:revision>
  <dcterms:created xsi:type="dcterms:W3CDTF">2026-05-17T04:08:40Z</dcterms:created>
  <dcterms:modified xsi:type="dcterms:W3CDTF">2026-05-17T04:08:40Z</dcterms:modified>
</cp:coreProperties>
</file>